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518a9f75ba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518a9f75ba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518a9f75ba_0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518a9f75ba_0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518a9f75b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518a9f75b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518a9f75ba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518a9f75ba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518a9f75ba_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518a9f75ba_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518a9f75ba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518a9f75ba_1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18a9f75b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18a9f75ba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518a9f75ba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518a9f75ba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18a9f75ba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18a9f75ba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518a9f75ba_1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518a9f75ba_1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518a9f75ba_1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518a9f75ba_1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18a9f75ba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18a9f75ba_1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518a9f75ba_1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518a9f75ba_1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680" b="1"/>
              <a:t>Understanding Segmentation and Paging in Operating Systems </a:t>
            </a:r>
            <a:endParaRPr sz="4680" b="1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94500" y="4230825"/>
            <a:ext cx="6930900" cy="32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2310" dirty="0"/>
              <a:t>Presented by: Aryan Singh Tomar</a:t>
            </a:r>
            <a:endParaRPr sz="231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lang="en-GB" sz="2310" dirty="0"/>
              <a:t>Registration number: 2141020023</a:t>
            </a:r>
            <a:endParaRPr sz="23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 u="sng">
                <a:solidFill>
                  <a:schemeClr val="dk2"/>
                </a:solidFill>
              </a:rPr>
              <a:t>What is memory management? </a:t>
            </a:r>
            <a:endParaRPr b="1" u="sng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91025" y="456500"/>
            <a:ext cx="8520600" cy="27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process of managing and organising computer memory is known as memory management.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Primary objectives: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Effective memory distribution among processes.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Memory spaces are protected.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Support for multitasking.</a:t>
            </a:r>
            <a:endParaRPr/>
          </a:p>
        </p:txBody>
      </p:sp>
      <p:pic>
        <p:nvPicPr>
          <p:cNvPr id="62" name="Google Shape;62;p14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6613" y="2778425"/>
            <a:ext cx="5607875" cy="236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Overview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8520600" cy="23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Segments of memory are arranged logically into code, data, and stack categories. Each segment has a limit and a base address.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Advantages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The organisation is logical.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Segment-level sharing and protection.</a:t>
            </a:r>
            <a:endParaRPr/>
          </a:p>
        </p:txBody>
      </p:sp>
      <p:pic>
        <p:nvPicPr>
          <p:cNvPr id="69" name="Google Shape;69;p15" title="1_9gUIzFtkKiICdLbEjAKuxQ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4937" y="2686200"/>
            <a:ext cx="4990725" cy="245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GB"/>
              <a:t>How Segmentation Operates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0" y="660175"/>
            <a:ext cx="6687900" cy="230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&lt;segment number, offset&gt;.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Actions to take: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In the segment table, find the segment number.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Check if offset &lt; limit.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Base address plus offset is the physical address.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an example: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Segment 2, offset 150.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Segment table: Base = 4000, Limit = 500.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Physical address = 4000 + 150 = 4150.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Screenshot 2025-04-30 0035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3275" y="414338"/>
            <a:ext cx="6581775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Overview of Paging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1"/>
          </p:nvPr>
        </p:nvSpPr>
        <p:spPr>
          <a:xfrm>
            <a:off x="0" y="643200"/>
            <a:ext cx="8520600" cy="19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separates memory into pages of a set size, such as 4KB.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frames make up physical memory.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Benefits:</a:t>
            </a:r>
            <a:endParaRPr/>
          </a:p>
          <a:p>
            <a:pPr marL="457200" lvl="0" indent="-334327" algn="l" rtl="0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Simplifies allocation.</a:t>
            </a:r>
            <a:endParaRPr/>
          </a:p>
          <a:p>
            <a:pPr marL="457200" lvl="0" indent="-334327" algn="l" rtl="0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Eliminates external fragmentation.</a:t>
            </a:r>
            <a:endParaRPr/>
          </a:p>
        </p:txBody>
      </p:sp>
      <p:pic>
        <p:nvPicPr>
          <p:cNvPr id="87" name="Google Shape;87;p18" title="downloa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6725" y="2472725"/>
            <a:ext cx="4764575" cy="26707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Operation of Paging</a:t>
            </a:r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body" idx="1"/>
          </p:nvPr>
        </p:nvSpPr>
        <p:spPr>
          <a:xfrm>
            <a:off x="91025" y="7111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&lt;page number, offset&gt;.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Actions to take:</a:t>
            </a:r>
            <a:endParaRPr/>
          </a:p>
          <a:p>
            <a:pPr marL="457200" lvl="0" indent="-317182" algn="l" rtl="0">
              <a:spcBef>
                <a:spcPts val="120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Use the page table to find the page number.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Obtain the frame number.</a:t>
            </a:r>
            <a:endParaRPr/>
          </a:p>
          <a:p>
            <a:pPr marL="457200" lvl="0" indent="-317182" algn="l" rtl="0">
              <a:spcBef>
                <a:spcPts val="0"/>
              </a:spcBef>
              <a:spcAft>
                <a:spcPts val="0"/>
              </a:spcAft>
              <a:buSzPct val="100000"/>
              <a:buAutoNum type="arabicPeriod"/>
            </a:pPr>
            <a:r>
              <a:rPr lang="en-GB"/>
              <a:t>The physical address is equal to the frame number times the page size plus offset.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As an example::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size = 4KB.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Logical address: Page 3, offset 1024.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table: Page 3 → Frame 7.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Physical address = 7 × 4096 + 1024 = 29696.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0" title="Page-table-in-operating-syste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225" y="644675"/>
            <a:ext cx="8408774" cy="417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with Paging</a:t>
            </a:r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8520600" cy="23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Combines benefits of both: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Logical organisation (segmentation).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Fixed-size allocation (paging).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Process: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Logical address → Segment → Page → Physical address.</a:t>
            </a:r>
            <a:endParaRPr/>
          </a:p>
        </p:txBody>
      </p:sp>
      <p:pic>
        <p:nvPicPr>
          <p:cNvPr id="106" name="Google Shape;106;p21" title="Segmented-Paging-Problem-01-Virtual-Address-Divis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57238" y="3219650"/>
            <a:ext cx="4006135" cy="192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 + Paging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0" y="572700"/>
            <a:ext cx="8520600" cy="29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Logical address: Segment 1, offset 5000.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Page size = 4KB.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Steps: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 table: Segment 1 → Page table.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Offset 5000 = Page 1, offset 904 (5000 ÷ 4096 = 1, 5000 mod 4096 = 904).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Page table: Page 1 → Frame 5.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Physical address = 5 × 4096 + 904 = 21384.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Untitled-Diagram-9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975" y="642225"/>
            <a:ext cx="6620350" cy="385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>
            <a:spLocks noGrp="1"/>
          </p:cNvSpPr>
          <p:nvPr>
            <p:ph type="body" idx="1"/>
          </p:nvPr>
        </p:nvSpPr>
        <p:spPr>
          <a:xfrm>
            <a:off x="108000" y="660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Segmentation: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Easy sharing and logical structure.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 complicated management and external fragmentation.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Paging: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Advantages: Easy allocation and no external fragmentation.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 Lack of logical grouping and internal fragmentation.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Together: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Pros: Flexible, efficient.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Cons:The complexity has increased.</a:t>
            </a:r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Comparing Segmentation and Paging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Are These Used?</a:t>
            </a:r>
            <a:endParaRPr/>
          </a:p>
        </p:txBody>
      </p:sp>
      <p:sp>
        <p:nvSpPr>
          <p:cNvPr id="129" name="Google Shape;129;p25"/>
          <p:cNvSpPr txBox="1">
            <a:spLocks noGrp="1"/>
          </p:cNvSpPr>
          <p:nvPr>
            <p:ph type="body" idx="1"/>
          </p:nvPr>
        </p:nvSpPr>
        <p:spPr>
          <a:xfrm>
            <a:off x="91025" y="677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Segmentation: Older systems (e.g., Intel 8086).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Paging: Modern OS like Linux, Windows.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Combined: x86 architecture, modern multitasking OS.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Important takeaways</a:t>
            </a:r>
            <a:endParaRPr/>
          </a:p>
        </p:txBody>
      </p:sp>
      <p:sp>
        <p:nvSpPr>
          <p:cNvPr id="135" name="Google Shape;135;p26"/>
          <p:cNvSpPr txBox="1">
            <a:spLocks noGrp="1"/>
          </p:cNvSpPr>
          <p:nvPr>
            <p:ph type="body" idx="1"/>
          </p:nvPr>
        </p:nvSpPr>
        <p:spPr>
          <a:xfrm>
            <a:off x="0" y="6771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Memory is logically organised by segmentation, while allocation is made simpler by paging.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Both allow for effective, secure memory management.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In contemporary systems, a combined approach is typical.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OS design requires an understanding of address translation.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520</Words>
  <Application>Microsoft Office PowerPoint</Application>
  <PresentationFormat>On-screen Show (16:9)</PresentationFormat>
  <Paragraphs>75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Simple Light</vt:lpstr>
      <vt:lpstr>Understanding Segmentation and Paging in Operating Systems </vt:lpstr>
      <vt:lpstr>What is memory management? </vt:lpstr>
      <vt:lpstr>Segmentation Overview</vt:lpstr>
      <vt:lpstr>How Segmentation Operates </vt:lpstr>
      <vt:lpstr>PowerPoint Presentation</vt:lpstr>
      <vt:lpstr>An Overview of Paging</vt:lpstr>
      <vt:lpstr>The Operation of Paging</vt:lpstr>
      <vt:lpstr>PowerPoint Presentation</vt:lpstr>
      <vt:lpstr>Segmentation with Paging</vt:lpstr>
      <vt:lpstr>Segmentation + Paging</vt:lpstr>
      <vt:lpstr>PowerPoint Presentation</vt:lpstr>
      <vt:lpstr>Comparing Segmentation and Paging</vt:lpstr>
      <vt:lpstr>Where Are These Used?</vt:lpstr>
      <vt:lpstr>Important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aryan tomar</dc:creator>
  <cp:lastModifiedBy>Aryan Tomar</cp:lastModifiedBy>
  <cp:revision>1</cp:revision>
  <dcterms:modified xsi:type="dcterms:W3CDTF">2025-04-30T13:25:24Z</dcterms:modified>
</cp:coreProperties>
</file>